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E6D4-1186-4099-BADC-ACD7C3B8E286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F0E2F-23EF-47B7-B0B9-D0BDAC8558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6306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E6D4-1186-4099-BADC-ACD7C3B8E286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F0E2F-23EF-47B7-B0B9-D0BDAC8558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710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E6D4-1186-4099-BADC-ACD7C3B8E286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F0E2F-23EF-47B7-B0B9-D0BDAC8558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8189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E6D4-1186-4099-BADC-ACD7C3B8E286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F0E2F-23EF-47B7-B0B9-D0BDAC8558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56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E6D4-1186-4099-BADC-ACD7C3B8E286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F0E2F-23EF-47B7-B0B9-D0BDAC8558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234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E6D4-1186-4099-BADC-ACD7C3B8E286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F0E2F-23EF-47B7-B0B9-D0BDAC8558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958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E6D4-1186-4099-BADC-ACD7C3B8E286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F0E2F-23EF-47B7-B0B9-D0BDAC8558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6307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E6D4-1186-4099-BADC-ACD7C3B8E286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F0E2F-23EF-47B7-B0B9-D0BDAC8558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577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E6D4-1186-4099-BADC-ACD7C3B8E286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F0E2F-23EF-47B7-B0B9-D0BDAC8558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6418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E6D4-1186-4099-BADC-ACD7C3B8E286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F0E2F-23EF-47B7-B0B9-D0BDAC8558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213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EE6D4-1186-4099-BADC-ACD7C3B8E286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F0E2F-23EF-47B7-B0B9-D0BDAC8558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260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EE6D4-1186-4099-BADC-ACD7C3B8E286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F0E2F-23EF-47B7-B0B9-D0BDAC8558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10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12063" y="183495"/>
            <a:ext cx="5198539" cy="7386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AFRICA</a:t>
            </a:r>
            <a:r>
              <a:rPr lang="en-US" sz="2400" dirty="0" smtClean="0"/>
              <a:t> DELIVERY — MVP Architecture</a:t>
            </a:r>
            <a:endParaRPr lang="ru-RU" sz="2400" dirty="0" smtClean="0"/>
          </a:p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Запуск: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 октября 2026 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27163" y="1090258"/>
            <a:ext cx="11617704" cy="117757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/>
              <a:t>КЛЮЧЕВОЕ СООБЩЕНИЕ</a:t>
            </a:r>
            <a:endParaRPr lang="en-US" b="1" dirty="0" smtClean="0"/>
          </a:p>
          <a:p>
            <a:pPr algn="ctr"/>
            <a:r>
              <a:rPr lang="ru-RU" dirty="0" smtClean="0"/>
              <a:t>Мы запускаемся в срок, в бюджет, с понятным риском.      Архитектура — модульный монолит + партнёрские API. </a:t>
            </a:r>
            <a:r>
              <a:rPr lang="ru-RU" dirty="0" err="1" smtClean="0"/>
              <a:t>Микросервисы</a:t>
            </a:r>
            <a:r>
              <a:rPr lang="ru-RU" dirty="0" smtClean="0"/>
              <a:t> — после роста, а не до него.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37228" y="2435931"/>
            <a:ext cx="5411639" cy="178046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ЦИФРЫ</a:t>
            </a:r>
          </a:p>
          <a:p>
            <a:pPr algn="ctr"/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TCO 5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лет (полн.): </a:t>
            </a:r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.8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 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(vs $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микросервисы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TCO 5 лет (сравн.):   $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5,76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$13,5M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микросервисы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Стоимость заказа: </a:t>
            </a:r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2.11  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 $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4.8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микросервисы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Срок до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MVP: 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6-7 </a:t>
            </a:r>
            <a:r>
              <a:rPr lang="ru-RU" sz="1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нед</a:t>
            </a:r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 10-12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нед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микросервисы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Команда: </a:t>
            </a:r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 чел.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(уже есть,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найм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заморожен) 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6011333" y="2435930"/>
            <a:ext cx="5757333" cy="178046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СТЕК (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CNCF-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совместимый)</a:t>
            </a:r>
          </a:p>
          <a:p>
            <a:pPr algn="ctr"/>
            <a:endParaRPr lang="en-US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 (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монолит) 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Redis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Kubernetes (K3s) 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GitOps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ArgoCD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OpenTelemetry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Партнёры: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M-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Pesa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Flutterwave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Sendbox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Sendy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WhatsApp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37228" y="4459993"/>
            <a:ext cx="5411639" cy="190694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ЧТО МЫ НЕ ДЕЛАЕМ СЕЙЧАС</a:t>
            </a:r>
          </a:p>
          <a:p>
            <a:pPr algn="ctr"/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Микросервисы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(до 100k DAU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Собственная логистика (до 50k заказов/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мес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Собственный платёжный шлюз (используем M-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Pesa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API)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Блокчейн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-лояльность (оценка после запуска)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011333" y="4459991"/>
            <a:ext cx="5757333" cy="190694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РИСКИ И МИТИГАЦИЯ</a:t>
            </a:r>
          </a:p>
          <a:p>
            <a:pPr algn="ctr"/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Юр. требования: локализация через конфигурацию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Сбой партнёра: резервные API (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Paystack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Sendy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Спрос ниже плана: эластичное масштабирование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вниз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Стоимость ошибки: $180k (A)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 $550k (B)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49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219</Words>
  <Application>Microsoft Office PowerPoint</Application>
  <PresentationFormat>Широкоэкранный</PresentationFormat>
  <Paragraphs>27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Кацун Анастасия Павловна</dc:creator>
  <cp:lastModifiedBy>Кацун Анастасия Павловна</cp:lastModifiedBy>
  <cp:revision>5</cp:revision>
  <dcterms:created xsi:type="dcterms:W3CDTF">2026-10-09T09:49:26Z</dcterms:created>
  <dcterms:modified xsi:type="dcterms:W3CDTF">2026-10-13T08:16:56Z</dcterms:modified>
</cp:coreProperties>
</file>