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6306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710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8189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565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5234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958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6307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77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418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2130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5260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EE6D4-1186-4099-BADC-ACD7C3B8E286}" type="datetimeFigureOut">
              <a:rPr lang="ru-RU" smtClean="0"/>
              <a:t>09.10.2026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EF0E2F-23EF-47B7-B0B9-D0BDAC855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109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12063" y="183495"/>
            <a:ext cx="5198539" cy="73866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AFRICA</a:t>
            </a:r>
            <a:r>
              <a:rPr lang="en-US" sz="2400" dirty="0" smtClean="0"/>
              <a:t> DELIVERY — MVP Architecture</a:t>
            </a:r>
            <a:endParaRPr lang="ru-RU" sz="2400" dirty="0" smtClean="0"/>
          </a:p>
          <a:p>
            <a:pPr algn="ctr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Запуск: 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15 октября 2026 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27163" y="1090258"/>
            <a:ext cx="11617704" cy="117757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/>
              <a:t>КЛЮЧЕВОЕ СООБЩЕНИЕ</a:t>
            </a:r>
            <a:endParaRPr lang="en-US" b="1" dirty="0" smtClean="0"/>
          </a:p>
          <a:p>
            <a:pPr algn="ctr"/>
            <a:r>
              <a:rPr lang="ru-RU" dirty="0" smtClean="0"/>
              <a:t>Мы запускаемся в срок, в бюджет, с понятным риском.      Архитектура — модульный монолит + партнёрские API. </a:t>
            </a:r>
            <a:r>
              <a:rPr lang="ru-RU" dirty="0" err="1" smtClean="0"/>
              <a:t>Микросервисы</a:t>
            </a:r>
            <a:r>
              <a:rPr lang="ru-RU" dirty="0" smtClean="0"/>
              <a:t> — после роста, а не до него.</a:t>
            </a:r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337228" y="2435931"/>
            <a:ext cx="5411639" cy="178046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ЦИФРЫ</a:t>
            </a:r>
          </a:p>
          <a:p>
            <a:pPr algn="ctr"/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TCO 5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лет: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$2.36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 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(vs $5.08M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Стоимость заказа: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$2.10  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vs $4.80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Срок до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MVP: </a:t>
            </a:r>
            <a:r>
              <a:rPr lang="en-US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6-7 </a:t>
            </a:r>
            <a:r>
              <a:rPr lang="ru-RU" sz="16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нед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vs 10-12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нед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Команда: </a:t>
            </a: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 чел. 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(уже есть,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найм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заморожен) 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6011333" y="2435930"/>
            <a:ext cx="5757333" cy="1780469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(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CNCF-</a:t>
            </a:r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совместимый)</a:t>
            </a:r>
          </a:p>
          <a:p>
            <a:pPr algn="ctr"/>
            <a:endParaRPr lang="en-US" sz="16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Go (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монолит) 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PostgreSQL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Redis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Kubernetes (K3s)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GitOps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ArgoCD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OpenTelemetry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Партнёры: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M-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Pesa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Flutterwave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Sendbox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Sendy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WhatsApp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37228" y="4459993"/>
            <a:ext cx="5411639" cy="190694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ЧТО МЫ НЕ ДЕЛАЕМ СЕЙЧАС</a:t>
            </a:r>
          </a:p>
          <a:p>
            <a:pPr algn="ctr"/>
            <a:endParaRPr lang="en-US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Микросервисы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(до 100k DAU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Собственная логистика (до 50k заказов/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мес</a:t>
            </a:r>
            <a:r>
              <a:rPr lang="en-US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Собственный платёжный шлюз (используем M-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Pesa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API)</a:t>
            </a:r>
            <a:endParaRPr lang="en-US" sz="16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Блокчейн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-лояльность (оценка после запуска)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11333" y="4459991"/>
            <a:ext cx="5757333" cy="190694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РИСКИ И МИТИГАЦИЯ</a:t>
            </a:r>
          </a:p>
          <a:p>
            <a:pPr algn="ctr"/>
            <a:endParaRPr lang="ru-RU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Юр. требования: локализация через конфигурацию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Сбой партнёра: резервные API (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Paystack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6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Sendy</a:t>
            </a: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Спрос ниже плана: эластичное масштабирование вниз</a:t>
            </a: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495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184</Words>
  <Application>Microsoft Office PowerPoint</Application>
  <PresentationFormat>Широкоэкранный</PresentationFormat>
  <Paragraphs>25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Кацун Анастасия Павловна</dc:creator>
  <cp:lastModifiedBy>Кацун Анастасия Павловна</cp:lastModifiedBy>
  <cp:revision>4</cp:revision>
  <dcterms:created xsi:type="dcterms:W3CDTF">2026-10-09T09:49:26Z</dcterms:created>
  <dcterms:modified xsi:type="dcterms:W3CDTF">2026-10-09T10:03:05Z</dcterms:modified>
</cp:coreProperties>
</file>