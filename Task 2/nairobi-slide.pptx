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6306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710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8189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56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5234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958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307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7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418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13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26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EE6D4-1186-4099-BADC-ACD7C3B8E286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109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12063" y="183495"/>
            <a:ext cx="5198539" cy="73866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AFRICA</a:t>
            </a:r>
            <a:r>
              <a:rPr lang="en-US" sz="2400" dirty="0" smtClean="0"/>
              <a:t> DELIVERY — MVP Architecture</a:t>
            </a:r>
            <a:endParaRPr lang="ru-RU" sz="2400" dirty="0" smtClean="0"/>
          </a:p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Запуск: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 октября 2026 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27163" y="1090258"/>
            <a:ext cx="11617704" cy="117757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/>
              <a:t>КЛЮЧЕВОЕ СООБЩЕНИЕ</a:t>
            </a:r>
            <a:endParaRPr lang="en-US" b="1" dirty="0" smtClean="0"/>
          </a:p>
          <a:p>
            <a:pPr algn="ctr"/>
            <a:r>
              <a:rPr lang="ru-RU" dirty="0" smtClean="0"/>
              <a:t>Мы запускаемся в срок, в бюджет, с понятным риском.      Архитектура — модульный монолит + партнёрские API. </a:t>
            </a:r>
            <a:r>
              <a:rPr lang="ru-RU" dirty="0" err="1" smtClean="0"/>
              <a:t>Микросервисы</a:t>
            </a:r>
            <a:r>
              <a:rPr lang="ru-RU" dirty="0" smtClean="0"/>
              <a:t> — после роста, а не до него.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337228" y="2435931"/>
            <a:ext cx="5411639" cy="178046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ЦИФРЫ</a:t>
            </a:r>
          </a:p>
          <a:p>
            <a:pPr algn="ctr"/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TCO 5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лет (полн.):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158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.7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 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(vs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170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TCO 5 лет (сравн.):  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6,2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 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$23,9M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Стоимость заказа: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1,16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1,24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Срок до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MVP: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6-7 </a:t>
            </a:r>
            <a:r>
              <a:rPr lang="ru-RU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нед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vs 10-12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нед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 чел.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(уже есть,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найм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заморожен) 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011333" y="2435930"/>
            <a:ext cx="5757333" cy="178046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(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CNCF-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совместимый)</a:t>
            </a:r>
          </a:p>
          <a:p>
            <a:pPr algn="ctr"/>
            <a:endParaRPr lang="en-US" sz="16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 (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монолит) 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Redis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Kubernetes (K3s)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GitOps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ArgoCD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OpenTelemetry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Партнёры: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M-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Pesa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Flutterwave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Sendbox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Sendy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WhatsApp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37228" y="4459993"/>
            <a:ext cx="5411639" cy="190694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МЫ НЕ ДЕЛАЕМ СЕЙЧАС</a:t>
            </a:r>
          </a:p>
          <a:p>
            <a:pPr algn="ctr"/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(до 100k DAU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Собственная логистика (до 50k заказов/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мес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Собственный платёжный шлюз (используем M-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Pesa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API)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Блокчейн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-лояльность (оценка после запуска)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11333" y="4459991"/>
            <a:ext cx="5757333" cy="190694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РИСКИ И МИТИГАЦИЯ</a:t>
            </a:r>
          </a:p>
          <a:p>
            <a:pPr algn="ctr"/>
            <a:endParaRPr lang="ru-RU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Юр. требования: локализация через конфигурацию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Сбой партнёра: резервные API (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Paystack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Sendy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Спрос ниже плана: эластичное масштабирование вниз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Стоимость ошибки: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$4М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ru-RU" sz="16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$18М 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532495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215</Words>
  <Application>Microsoft Office PowerPoint</Application>
  <PresentationFormat>Широкоэкранный</PresentationFormat>
  <Paragraphs>27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Кацун Анастасия Павловна</dc:creator>
  <cp:lastModifiedBy>Кацун Анастасия Павловна</cp:lastModifiedBy>
  <cp:revision>6</cp:revision>
  <dcterms:created xsi:type="dcterms:W3CDTF">2026-10-09T09:49:26Z</dcterms:created>
  <dcterms:modified xsi:type="dcterms:W3CDTF">2026-10-19T11:06:56Z</dcterms:modified>
</cp:coreProperties>
</file>